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4F42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1828800"/>
            <a:ext cx="6400800" cy="6400800"/>
          </a:xfrm>
          <a:prstGeom prst="ellipse">
            <a:avLst/>
          </a:prstGeom>
          <a:solidFill>
            <a:srgbClr val="0F6E5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0F6E5C">
              <a:alpha val="35000"/>
            </a:srgbClr>
          </a:solidFill>
          <a:ln/>
        </p:spPr>
      </p:sp>
      <p:pic>
        <p:nvPicPr>
          <p:cNvPr id="5" name="Image 0" descr="icon_stethoscop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HEALTH ASSISTANT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Pocket Companion for Symptoms, Dosage &amp; Care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smart, AI-powered health lookup 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often reach for the internet the moment a symptom appears — and end up wading through cluttered, inconsistent, and sometimes unreliable results just to find a dosage or understand a condition.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3465576"/>
            <a:ext cx="146304" cy="146304"/>
          </a:xfrm>
          <a:prstGeom prst="ellipse">
            <a:avLst/>
          </a:prstGeom>
          <a:solidFill>
            <a:srgbClr val="D98C3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3337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Scattered information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36393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Symptoms, dosage, and purchase options live on different sites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4379976"/>
            <a:ext cx="146304" cy="146304"/>
          </a:xfrm>
          <a:prstGeom prst="ellipse">
            <a:avLst/>
          </a:prstGeom>
          <a:solidFill>
            <a:srgbClr val="D98C3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251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quick guidance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45537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simple way to ask a follow-up question in plain language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5294376"/>
            <a:ext cx="146304" cy="146304"/>
          </a:xfrm>
          <a:prstGeom prst="ellipse">
            <a:avLst/>
          </a:prstGeom>
          <a:solidFill>
            <a:srgbClr val="D98C3B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166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to act fast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54681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where to actually buy the medicine takes extra steps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23760" y="1280160"/>
            <a:ext cx="4160520" cy="5029200"/>
          </a:xfrm>
          <a:prstGeom prst="rect">
            <a:avLst>
              <a:gd name="adj" fmla="val 2637"/>
            </a:avLst>
          </a:prstGeom>
          <a:solidFill>
            <a:srgbClr val="E7F3F0"/>
          </a:solidFill>
          <a:ln/>
        </p:spPr>
      </p:sp>
      <p:pic>
        <p:nvPicPr>
          <p:cNvPr id="14" name="Image 0" descr="icon_search_0F6E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920240"/>
            <a:ext cx="868680" cy="8686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589520" y="30175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“What should I take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a headache and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can I buy it?”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589520" y="475488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single, simple question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Assistant answers it.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Health Assistant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core capabilities, built around one goal: fast, trustworthy health guidance.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2514600" cy="3749040"/>
          </a:xfrm>
          <a:prstGeom prst="rect">
            <a:avLst>
              <a:gd name="adj" fmla="val 3636"/>
            </a:avLst>
          </a:prstGeom>
          <a:solidFill>
            <a:srgbClr val="0F6E5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4231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Search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CE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a symptom and instantly surface relevant information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11880" y="1965960"/>
            <a:ext cx="2514600" cy="3749040"/>
          </a:xfrm>
          <a:prstGeom prst="rect">
            <a:avLst>
              <a:gd name="adj" fmla="val 3636"/>
            </a:avLst>
          </a:prstGeom>
          <a:solidFill>
            <a:srgbClr val="0A4F4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icon_pill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42316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Dosage Lookup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84048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CE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“Show dosage” gives quick, clear medicine dosage guidance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46520" y="1965960"/>
            <a:ext cx="2514600" cy="3749040"/>
          </a:xfrm>
          <a:prstGeom prst="rect">
            <a:avLst>
              <a:gd name="adj" fmla="val 3636"/>
            </a:avLst>
          </a:prstGeom>
          <a:solidFill>
            <a:srgbClr val="0F6E5C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icon_c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42316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Buy Now Links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7512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CE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links to Amazon and Flipkart to purchase medicines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9281160" y="1965960"/>
            <a:ext cx="2514600" cy="3749040"/>
          </a:xfrm>
          <a:prstGeom prst="rect">
            <a:avLst>
              <a:gd name="adj" fmla="val 3636"/>
            </a:avLst>
          </a:prstGeom>
          <a:solidFill>
            <a:srgbClr val="0A4F42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icon_robo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42316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64040" y="33832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509760" y="411480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CEF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for follow-up health questions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Search Symptoms, Get Dosage Instantly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219456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20240" y="1783080"/>
            <a:ext cx="822960" cy="82296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5" name="Image 0" descr="icon_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4832" y="194767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Search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types a symptom into the search bar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58768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26280" y="219456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1783080"/>
            <a:ext cx="822960" cy="82296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11" name="Image 1" descr="icon_pill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12" y="19476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Show Dosage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 “Show dosage” for relevant medicine guidance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70648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2834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0" y="1783080"/>
            <a:ext cx="822960" cy="822960"/>
          </a:xfrm>
          <a:prstGeom prst="ellipse">
            <a:avLst/>
          </a:prstGeom>
          <a:solidFill>
            <a:srgbClr val="0F6E5C"/>
          </a:solidFill>
          <a:ln/>
        </p:spPr>
      </p:sp>
      <p:pic>
        <p:nvPicPr>
          <p:cNvPr id="17" name="Image 2" descr="icon_c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194767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Buy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66760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Jump straight to Amazon or Flipkart to purchase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14400" y="5074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A4F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trusted marketplaces are linked directly from the results, so guidance turns into action in a single tap.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Chat: Ask Anything, Anytime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691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structured search, Health Assistant includes a conversational AI Chat — for the questions that don't fit neatly into a search box.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072384"/>
            <a:ext cx="146304" cy="146304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44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Natural, conversational Q&amp;A about symptoms and care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666744"/>
            <a:ext cx="146304" cy="146304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5387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Clarifies dosage or usage questions in plain language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261104"/>
            <a:ext cx="146304" cy="146304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1330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directly inside the app, no extra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005840"/>
            <a:ext cx="4572000" cy="5394960"/>
          </a:xfrm>
          <a:prstGeom prst="roundRect">
            <a:avLst>
              <a:gd name="adj" fmla="val 3600"/>
            </a:avLst>
          </a:prstGeom>
          <a:solidFill>
            <a:srgbClr val="0A4F42"/>
          </a:solidFill>
          <a:ln/>
          <a:effectLst>
            <a:outerShdw sx="100000" sy="100000" kx="0" ky="0" algn="bl" rotWithShape="0" blurRad="127000" dist="38100" dir="5400000">
              <a:srgbClr val="000000">
                <a:alpha val="20000"/>
              </a:srgbClr>
            </a:outerShdw>
          </a:effectLst>
        </p:spPr>
      </p:sp>
      <p:pic>
        <p:nvPicPr>
          <p:cNvPr id="11" name="Image 0" descr="icon_cha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3258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18120" y="1353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321040" y="2057400"/>
            <a:ext cx="2880360" cy="685800"/>
          </a:xfrm>
          <a:prstGeom prst="roundRect">
            <a:avLst>
              <a:gd name="adj" fmla="val 16000"/>
            </a:avLst>
          </a:prstGeom>
          <a:solidFill>
            <a:srgbClr val="0F6E5C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2121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have a mild fever, what should I do?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269480" y="2971800"/>
            <a:ext cx="3200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40664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Rest, fluids, and a fever reducer if needed. Tap 'Show dosage' for exact guidance.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03920" y="4206240"/>
            <a:ext cx="2697480" cy="685800"/>
          </a:xfrm>
          <a:prstGeom prst="roundRect">
            <a:avLst>
              <a:gd name="adj" fmla="val 16000"/>
            </a:avLst>
          </a:prstGeom>
          <a:solidFill>
            <a:srgbClr val="0F6E5C"/>
          </a:solidFill>
          <a:ln/>
        </p:spPr>
      </p:sp>
      <p:sp>
        <p:nvSpPr>
          <p:cNvPr id="18" name="Text 15"/>
          <p:cNvSpPr/>
          <p:nvPr/>
        </p:nvSpPr>
        <p:spPr>
          <a:xfrm>
            <a:off x="8641080" y="427024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can I buy it?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269480" y="5577840"/>
            <a:ext cx="3931920" cy="502920"/>
          </a:xfrm>
          <a:prstGeom prst="roundRect">
            <a:avLst>
              <a:gd name="adj" fmla="val 50909"/>
            </a:avLst>
          </a:prstGeom>
          <a:solidFill>
            <a:srgbClr val="1E5F52"/>
          </a:solidFill>
          <a:ln/>
        </p:spPr>
      </p:sp>
      <p:sp>
        <p:nvSpPr>
          <p:cNvPr id="20" name="Text 17"/>
          <p:cNvSpPr/>
          <p:nvPr/>
        </p:nvSpPr>
        <p:spPr>
          <a:xfrm>
            <a:off x="7452360" y="5577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D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your health question…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835640" y="5596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➤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4F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It All Connects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0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flow from question to action.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468880"/>
            <a:ext cx="914400" cy="914400"/>
          </a:xfrm>
          <a:prstGeom prst="ellipse">
            <a:avLst/>
          </a:prstGeom>
          <a:solidFill>
            <a:srgbClr val="E7F3F0"/>
          </a:solidFill>
          <a:ln/>
        </p:spPr>
      </p:sp>
      <p:pic>
        <p:nvPicPr>
          <p:cNvPr id="6" name="Image 0" descr="icon_mobile_0F6E5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633472"/>
            <a:ext cx="585216" cy="585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05840" y="4160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search bar + AI chat entry point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10128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611880" y="214884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389120" y="2468880"/>
            <a:ext cx="914400" cy="914400"/>
          </a:xfrm>
          <a:prstGeom prst="ellipse">
            <a:avLst/>
          </a:prstGeom>
          <a:solidFill>
            <a:srgbClr val="E7F3F0"/>
          </a:solidFill>
          <a:ln/>
        </p:spPr>
      </p:sp>
      <p:pic>
        <p:nvPicPr>
          <p:cNvPr id="12" name="Image 1" descr="icon_database_0F6E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633472"/>
            <a:ext cx="585216" cy="585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Symptom &amp; Dosage Data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94760" y="4160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lookup behind the scenes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099048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400800" y="214884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040" y="2468880"/>
            <a:ext cx="914400" cy="914400"/>
          </a:xfrm>
          <a:prstGeom prst="ellipse">
            <a:avLst/>
          </a:prstGeom>
          <a:solidFill>
            <a:srgbClr val="E7F3F0"/>
          </a:solidFill>
          <a:ln/>
        </p:spPr>
      </p:sp>
      <p:pic>
        <p:nvPicPr>
          <p:cNvPr id="18" name="Image 2" descr="icon_robot_0F6E5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2633472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Chat Engine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83680" y="4160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free-form health questions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887968" y="3520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189720" y="214884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9966960" y="2468880"/>
            <a:ext cx="914400" cy="914400"/>
          </a:xfrm>
          <a:prstGeom prst="ellipse">
            <a:avLst/>
          </a:prstGeom>
          <a:solidFill>
            <a:srgbClr val="E7F3F0"/>
          </a:solidFill>
          <a:ln/>
        </p:spPr>
      </p:sp>
      <p:pic>
        <p:nvPicPr>
          <p:cNvPr id="24" name="Image 3" descr="icon_cart_0F6E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2" y="2633472"/>
            <a:ext cx="585216" cy="585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2688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Links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372600" y="4160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to Amazon / Flipkart to purchase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4F42"/>
          </a:solidFill>
          <a:ln/>
        </p:spPr>
      </p:sp>
      <p:pic>
        <p:nvPicPr>
          <p:cNvPr id="3" name="Image 0" descr="icon_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0972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Looking Ahead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FE9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idea today, with room to grow into a fuller personal health companion.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663440" y="1051560"/>
            <a:ext cx="128016" cy="128016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7" name="Text 4"/>
          <p:cNvSpPr/>
          <p:nvPr/>
        </p:nvSpPr>
        <p:spPr>
          <a:xfrm>
            <a:off x="4983480" y="8961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reminders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83480" y="12070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Medication and dosage timing alerts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2286000"/>
            <a:ext cx="128016" cy="128016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2130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medical sourcing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983480" y="2441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Stronger, cited health data behind every answer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3520440"/>
            <a:ext cx="128016" cy="128016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33649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marketplace links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83480" y="36758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pharmacies and delivery options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63440" y="4754880"/>
            <a:ext cx="128016" cy="128016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6" name="Text 13"/>
          <p:cNvSpPr/>
          <p:nvPr/>
        </p:nvSpPr>
        <p:spPr>
          <a:xfrm>
            <a:off x="4983480" y="4599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AI Chat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83480" y="49103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Context-aware, more conversational guidance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66344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4F4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274552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2026-08-14T03:04:00Z</dcterms:created>
  <dcterms:modified xsi:type="dcterms:W3CDTF">2026-08-14T03:04:00Z</dcterms:modified>
</cp:coreProperties>
</file>